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Sode Sri Vadiraja Matha Mobile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Hackathon 2026 Submission</a:t>
            </a:r>
          </a:p>
          <a:p>
            <a:r>
              <a:t>UI/UX Design &amp; Wireframes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Spiritual, clean and devotional experience</a:t>
            </a:r>
          </a:p>
          <a:p>
            <a:pPr lvl="1"/>
            <a:r>
              <a:t>Saffron &amp; gold inspired color palette</a:t>
            </a:r>
          </a:p>
          <a:p>
            <a:pPr lvl="1"/>
            <a:r>
              <a:t>Bilingual: English + Kannada</a:t>
            </a:r>
          </a:p>
          <a:p>
            <a:pPr lvl="1"/>
            <a:r>
              <a:t>Accessible and performance optimized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Navigation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Bottom Tab Navigation</a:t>
            </a:r>
          </a:p>
          <a:p>
            <a:pPr lvl="1"/>
            <a:r>
              <a:t>Home</a:t>
            </a:r>
          </a:p>
          <a:p>
            <a:pPr lvl="1"/>
            <a:r>
              <a:t>Sevas</a:t>
            </a:r>
          </a:p>
          <a:p>
            <a:pPr lvl="1"/>
            <a:r>
              <a:t>Events</a:t>
            </a:r>
          </a:p>
          <a:p>
            <a:pPr lvl="1"/>
            <a:r>
              <a:t>Profile</a:t>
            </a:r>
          </a:p>
          <a:p>
            <a:pPr lvl="1"/>
            <a:r>
              <a:t>More (Gallery, Artefacts, Branches, Quiz)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UX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OTP based secure login</a:t>
            </a:r>
          </a:p>
          <a:p>
            <a:pPr lvl="1"/>
            <a:r>
              <a:t>Voice-enabled search</a:t>
            </a:r>
          </a:p>
          <a:p>
            <a:pPr lvl="1"/>
            <a:r>
              <a:t>Auto-prefill forms for devotees</a:t>
            </a:r>
          </a:p>
          <a:p>
            <a:pPr lvl="1"/>
            <a:r>
              <a:t>Clear consent &amp; DPDP compliance</a:t>
            </a:r>
          </a:p>
          <a:p>
            <a:pPr lvl="1"/>
            <a:r>
              <a:t>Simple step-by-step booking flows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Login Screen Wireframe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-----------------------------------</a:t>
            </a:r>
          </a:p>
          <a:p>
            <a:r>
              <a:t>| Logo                            |</a:t>
            </a:r>
          </a:p>
          <a:p>
            <a:r>
              <a:t>| Enter Mobile Number             |</a:t>
            </a:r>
          </a:p>
          <a:p>
            <a:r>
              <a:t>| [ Send OTP ]                    |</a:t>
            </a:r>
          </a:p>
          <a:p>
            <a:r>
              <a:t>| Accept Privacy &amp; T&amp;C Checkbox   |</a:t>
            </a:r>
          </a:p>
          <a:p>
            <a:r>
              <a:t>-----------------------------------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 Screen Wireframe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-----------------------------------</a:t>
            </a:r>
          </a:p>
          <a:p>
            <a:r>
              <a:t>| Logo + Swamiji Photos           |</a:t>
            </a:r>
          </a:p>
          <a:p>
            <a:r>
              <a:t>| Search Bar (Voice Icon)         |</a:t>
            </a:r>
          </a:p>
          <a:p>
            <a:r>
              <a:t>| Flash Updates Carousel          |</a:t>
            </a:r>
          </a:p>
          <a:p>
            <a:r>
              <a:t>| News Tiles (Top 5)              |</a:t>
            </a:r>
          </a:p>
          <a:p>
            <a:r>
              <a:t>| Darshan Timings Table           |</a:t>
            </a:r>
          </a:p>
          <a:p>
            <a:r>
              <a:t>| Bottom Navigation Tabs          |</a:t>
            </a:r>
          </a:p>
          <a:p>
            <a:r>
              <a:t>-----------------------------------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&amp; Parampara Wireframe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-----------------------------------</a:t>
            </a:r>
          </a:p>
          <a:p>
            <a:r>
              <a:t>| Guru Timeline Tiles             |</a:t>
            </a:r>
          </a:p>
          <a:p>
            <a:r>
              <a:t>| Click Tile -&gt; Guru Detail Page  |</a:t>
            </a:r>
          </a:p>
          <a:p>
            <a:r>
              <a:t>| Photo | Timeline | Aaradhane    |</a:t>
            </a:r>
          </a:p>
          <a:p>
            <a:r>
              <a:t>| Ashrama Guru / Shishya Links    |</a:t>
            </a:r>
          </a:p>
          <a:p>
            <a:r>
              <a:t>| Vrindavana Map Location         |</a:t>
            </a:r>
          </a:p>
          <a:p>
            <a:r>
              <a:t>-----------------------------------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Calendar Wireframe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-----------------------------------</a:t>
            </a:r>
          </a:p>
          <a:p>
            <a:r>
              <a:t>| Panchanga Integrated Calendar   |</a:t>
            </a:r>
          </a:p>
          <a:p>
            <a:r>
              <a:t>| Filters (Aradhana / Paryaya)    |</a:t>
            </a:r>
          </a:p>
          <a:p>
            <a:r>
              <a:t>| Notifications Toggle            |</a:t>
            </a:r>
          </a:p>
          <a:p>
            <a:r>
              <a:t>-----------------------------------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Seva Booking Wireframe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-----------------------------------</a:t>
            </a:r>
          </a:p>
          <a:p>
            <a:r>
              <a:t>| Select Seva                     |</a:t>
            </a:r>
          </a:p>
          <a:p>
            <a:r>
              <a:t>| Devotee Details Form            |</a:t>
            </a:r>
          </a:p>
          <a:p>
            <a:r>
              <a:t>| Consent Checkbox                |</a:t>
            </a:r>
          </a:p>
          <a:p>
            <a:r>
              <a:t>| Payment (UPI / Razorpay)        |</a:t>
            </a:r>
          </a:p>
          <a:p>
            <a:r>
              <a:t>| Confirmation Screen             |</a:t>
            </a:r>
          </a:p>
          <a:p>
            <a:r>
              <a:t>-----------------------------------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Room Booking Wireframe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-----------------------------------</a:t>
            </a:r>
          </a:p>
          <a:p>
            <a:r>
              <a:t>| Date Picker                     |</a:t>
            </a:r>
          </a:p>
          <a:p>
            <a:r>
              <a:t>| Devotee Details                 |</a:t>
            </a:r>
          </a:p>
          <a:p>
            <a:r>
              <a:t>| Consent Checkbox                |</a:t>
            </a:r>
          </a:p>
          <a:p>
            <a:r>
              <a:t>| Submit -&gt; Email Trigger         |</a:t>
            </a:r>
          </a:p>
          <a:p>
            <a:r>
              <a:t>-----------------------------------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Youth Quiz Wireframe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-----------------------------------</a:t>
            </a:r>
          </a:p>
          <a:p>
            <a:r>
              <a:t>| Start Quiz                      |</a:t>
            </a:r>
          </a:p>
          <a:p>
            <a:r>
              <a:t>| Question + Options              |</a:t>
            </a:r>
          </a:p>
          <a:p>
            <a:r>
              <a:t>| Score Display                   |</a:t>
            </a:r>
          </a:p>
          <a:p>
            <a:r>
              <a:t>| Leaderboard + Badges            |</a:t>
            </a:r>
          </a:p>
          <a:p>
            <a:r>
              <a:t>-----------------------------------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Devotee Profile Wireframe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-----------------------------------</a:t>
            </a:r>
          </a:p>
          <a:p>
            <a:r>
              <a:t>| Profile Dashboard               |</a:t>
            </a:r>
          </a:p>
          <a:p>
            <a:r>
              <a:t>| Edit Details                    |</a:t>
            </a:r>
          </a:p>
          <a:p>
            <a:r>
              <a:t>| Update Confirmation             |</a:t>
            </a:r>
          </a:p>
          <a:p>
            <a:r>
              <a:t>| Unsubscribe Options             |</a:t>
            </a:r>
          </a:p>
          <a:p>
            <a:r>
              <a:t>-----------------------------------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Dashboard Wireframe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-----------------------------------</a:t>
            </a:r>
          </a:p>
          <a:p>
            <a:r>
              <a:t>| Content Management (CRUD)       |</a:t>
            </a:r>
          </a:p>
          <a:p>
            <a:r>
              <a:t>| Enable/Disable Sections         |</a:t>
            </a:r>
          </a:p>
          <a:p>
            <a:r>
              <a:t>| Seva Analytics Charts           |</a:t>
            </a:r>
          </a:p>
          <a:p>
            <a:r>
              <a:t>| Notifications Broadcast         |</a:t>
            </a:r>
          </a:p>
          <a:p>
            <a:r>
              <a:t>-----------------------------------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